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Better Together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Platform + Managed Security Service Provider (MSSP)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Customer Environment</a:t>
            </a:r>
          </a:p>
          <a:p>
            <a:r>
              <a:t> • Endpoints, Network Devices, Identity Providers</a:t>
            </a:r>
          </a:p>
          <a:p>
            <a:r>
              <a:t> • Cloud (AWS, Azure, GCP)</a:t>
            </a:r>
          </a:p>
          <a:p/>
          <a:p>
            <a:r>
              <a:t>        ↓ Logs, Telemetry, Events</a:t>
            </a:r>
          </a:p>
          <a:p/>
          <a:p>
            <a:r>
              <a:t>Cybersecurity Platform (SIEM + SOAR)</a:t>
            </a:r>
          </a:p>
          <a:p>
            <a:r>
              <a:t> • Log ingestion, UEBA models</a:t>
            </a:r>
          </a:p>
          <a:p>
            <a:r>
              <a:t> • Correlation engine, automated playbooks</a:t>
            </a:r>
          </a:p>
          <a:p/>
          <a:p>
            <a:r>
              <a:t>        ↓ Alerts, Enriched Detections</a:t>
            </a:r>
          </a:p>
          <a:p/>
          <a:p>
            <a:r>
              <a:t>Managed Security Service Provider (MSSP)</a:t>
            </a:r>
          </a:p>
          <a:p>
            <a:r>
              <a:t> • 24/7 SOC monitoring</a:t>
            </a:r>
          </a:p>
          <a:p>
            <a:r>
              <a:t> • Threat hunting &amp; incident response</a:t>
            </a:r>
          </a:p>
          <a:p>
            <a:r>
              <a:t> • Compliance-aligned reporting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Better Together?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Combined automated + human-led detection improves MTTR and MTTD</a:t>
            </a:r>
          </a:p>
          <a:p>
            <a:r>
              <a:t>• MSSP adds expert triage, escalation, and response validation</a:t>
            </a:r>
          </a:p>
          <a:p>
            <a:r>
              <a:t>• Platform enhances MSSP efficiency through AI-driven correlation</a:t>
            </a:r>
          </a:p>
          <a:p>
            <a:r>
              <a:t>• Ideal for regulated industries (Banking, Government, Healthcare)</a:t>
            </a:r>
          </a:p>
          <a:p>
            <a:r>
              <a:t>• Customers gain SOC-grade security without in-house operations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